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67" r:id="rId3"/>
    <p:sldId id="259" r:id="rId4"/>
    <p:sldId id="266" r:id="rId5"/>
    <p:sldId id="257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embeddedFontLst>
    <p:embeddedFont>
      <p:font typeface="Play" panose="020B0604020202020204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668532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642800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H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HK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3100050" y="2570100"/>
            <a:ext cx="5991900" cy="8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50" tIns="42150" rIns="84350" bIns="4215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35"/>
              <a:buFont typeface="Play"/>
              <a:buNone/>
            </a:pPr>
            <a:r>
              <a:rPr lang="en-HK" sz="5535"/>
              <a:t>My SBA Report</a:t>
            </a:r>
            <a:endParaRPr sz="5535"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3665700" y="3429006"/>
            <a:ext cx="4860600" cy="8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50" tIns="42150" rIns="84350" bIns="4215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14"/>
              <a:buNone/>
            </a:pPr>
            <a:r>
              <a:rPr lang="en-HK" sz="2214" dirty="0"/>
              <a:t>English Learning Platform</a:t>
            </a:r>
            <a:endParaRPr sz="2214" dirty="0"/>
          </a:p>
          <a:p>
            <a:pPr marL="0" lvl="0" indent="0" algn="ctr" rtl="0">
              <a:lnSpc>
                <a:spcPct val="90000"/>
              </a:lnSpc>
              <a:spcBef>
                <a:spcPts val="923"/>
              </a:spcBef>
              <a:spcAft>
                <a:spcPts val="0"/>
              </a:spcAft>
              <a:buClr>
                <a:schemeClr val="dk1"/>
              </a:buClr>
              <a:buSzPts val="2214"/>
              <a:buNone/>
            </a:pPr>
            <a:r>
              <a:rPr lang="en-HK" sz="2214" dirty="0"/>
              <a:t>6T17 Tong Chi Ching Isaac</a:t>
            </a:r>
            <a:endParaRPr sz="221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571500" lvl="0" indent="-571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 panose="020B0604020202020204" pitchFamily="34" charset="0"/>
              <a:buChar char="•"/>
            </a:pPr>
            <a:r>
              <a:rPr lang="en-HK" dirty="0"/>
              <a:t>Objectives</a:t>
            </a:r>
          </a:p>
        </p:txBody>
      </p:sp>
      <p:sp>
        <p:nvSpPr>
          <p:cNvPr id="103" name="Google Shape;103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9144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b="1" dirty="0"/>
              <a:t>Primary Goal</a:t>
            </a:r>
            <a:r>
              <a:rPr lang="en-US" dirty="0"/>
              <a:t>: Develop an effective, user-friendly English learning platform with interactive content.</a:t>
            </a:r>
          </a:p>
          <a:p>
            <a:pPr marL="9144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endParaRPr lang="en-US" b="1" dirty="0"/>
          </a:p>
          <a:p>
            <a:pPr marL="9144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b="1" dirty="0"/>
              <a:t>Engagement</a:t>
            </a:r>
            <a:r>
              <a:rPr lang="en-US" dirty="0"/>
              <a:t>: Feature an intuitive UI to boost user motivation.</a:t>
            </a:r>
          </a:p>
          <a:p>
            <a:pPr marL="9144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endParaRPr lang="en-US" b="1" dirty="0"/>
          </a:p>
          <a:p>
            <a:pPr marL="9144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b="1" dirty="0"/>
              <a:t>Flexibility</a:t>
            </a:r>
            <a:r>
              <a:rPr lang="en-US" dirty="0"/>
              <a:t>: Offer three difficulty modes tailored to different proficiency levels.</a:t>
            </a:r>
          </a:p>
          <a:p>
            <a:pPr marL="9144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endParaRPr lang="en-US" dirty="0"/>
          </a:p>
          <a:p>
            <a:pPr marL="9144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b="1" dirty="0"/>
              <a:t>Tech Stack</a:t>
            </a:r>
            <a:r>
              <a:rPr lang="en-US" dirty="0"/>
              <a:t>: Built with Python to ensure system flexibility and efficiency.</a:t>
            </a:r>
          </a:p>
          <a:p>
            <a:pPr marL="9144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endParaRPr lang="en-US" dirty="0"/>
          </a:p>
          <a:p>
            <a:pPr marL="9144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b="1" dirty="0"/>
              <a:t>Impact</a:t>
            </a:r>
            <a:r>
              <a:rPr lang="en-US" dirty="0"/>
              <a:t>: Support diverse learners, encourage active participation, and enhance language skills</a:t>
            </a:r>
          </a:p>
        </p:txBody>
      </p:sp>
    </p:spTree>
    <p:extLst>
      <p:ext uri="{BB962C8B-B14F-4D97-AF65-F5344CB8AC3E}">
        <p14:creationId xmlns:p14="http://schemas.microsoft.com/office/powerpoint/2010/main" val="2105500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571500" lvl="0" indent="-571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 panose="020B0604020202020204" pitchFamily="34" charset="0"/>
              <a:buChar char="•"/>
            </a:pPr>
            <a:r>
              <a:rPr lang="en-HK" dirty="0"/>
              <a:t>My Goal</a:t>
            </a:r>
            <a:endParaRPr dirty="0"/>
          </a:p>
        </p:txBody>
      </p:sp>
      <p:sp>
        <p:nvSpPr>
          <p:cNvPr id="103" name="Google Shape;103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35000" indent="-457200">
              <a:spcBef>
                <a:spcPts val="0"/>
              </a:spcBef>
              <a:buSzPts val="2800"/>
            </a:pPr>
            <a:r>
              <a:rPr lang="en-US" b="1" dirty="0"/>
              <a:t>By doing this project I wish to</a:t>
            </a:r>
            <a:r>
              <a:rPr lang="en-US" dirty="0"/>
              <a:t>:</a:t>
            </a:r>
          </a:p>
          <a:p>
            <a:pPr marL="1092200" lvl="1" indent="-457200">
              <a:spcBef>
                <a:spcPts val="0"/>
              </a:spcBef>
              <a:buSzPts val="2800"/>
            </a:pPr>
            <a:endParaRPr lang="en-US" dirty="0"/>
          </a:p>
          <a:p>
            <a:pPr marL="1092200" lvl="1" indent="-457200">
              <a:spcBef>
                <a:spcPts val="0"/>
              </a:spcBef>
              <a:buSzPts val="2800"/>
            </a:pPr>
            <a:r>
              <a:rPr lang="en-US" dirty="0"/>
              <a:t>further improve my own programming skill</a:t>
            </a:r>
          </a:p>
          <a:p>
            <a:pPr marL="1092200" lvl="1" indent="-457200">
              <a:spcBef>
                <a:spcPts val="0"/>
              </a:spcBef>
              <a:buSzPts val="2800"/>
            </a:pPr>
            <a:endParaRPr lang="en-US" dirty="0"/>
          </a:p>
          <a:p>
            <a:pPr marL="1092200" lvl="1" indent="-457200">
              <a:spcBef>
                <a:spcPts val="0"/>
              </a:spcBef>
              <a:buSzPts val="2800"/>
            </a:pPr>
            <a:r>
              <a:rPr lang="en-US" dirty="0"/>
              <a:t>Increase my English vocabulary</a:t>
            </a:r>
          </a:p>
          <a:p>
            <a:pPr marL="1092200" lvl="1" indent="-457200">
              <a:spcBef>
                <a:spcPts val="0"/>
              </a:spcBef>
              <a:buSzPts val="2800"/>
            </a:pPr>
            <a:endParaRPr lang="en-US" dirty="0"/>
          </a:p>
          <a:p>
            <a:pPr marL="1092200" lvl="1" indent="-457200">
              <a:spcBef>
                <a:spcPts val="0"/>
              </a:spcBef>
              <a:buSzPts val="2800"/>
            </a:pPr>
            <a:r>
              <a:rPr lang="en-US" dirty="0"/>
              <a:t>Help other people who’s English level are low</a:t>
            </a:r>
          </a:p>
          <a:p>
            <a:pPr marL="1092200" lvl="1" indent="-457200">
              <a:spcBef>
                <a:spcPts val="0"/>
              </a:spcBef>
              <a:buSzPts val="2800"/>
            </a:pPr>
            <a:endParaRPr lang="en-US" dirty="0"/>
          </a:p>
          <a:p>
            <a:pPr marL="1092200" lvl="1" indent="-457200">
              <a:spcBef>
                <a:spcPts val="0"/>
              </a:spcBef>
              <a:buSzPts val="2800"/>
            </a:pPr>
            <a:r>
              <a:rPr lang="en-US" dirty="0"/>
              <a:t>Encourage people to learn </a:t>
            </a:r>
            <a:r>
              <a:rPr lang="en-US" dirty="0" err="1"/>
              <a:t>english</a:t>
            </a:r>
            <a:endParaRPr lang="en-US" dirty="0"/>
          </a:p>
          <a:p>
            <a:pPr marL="1092200" lvl="1" indent="-457200">
              <a:spcBef>
                <a:spcPts val="0"/>
              </a:spcBef>
              <a:buSzPts val="2800"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571500" lvl="0" indent="-571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 panose="020B0604020202020204" pitchFamily="34" charset="0"/>
              <a:buChar char="•"/>
            </a:pPr>
            <a:r>
              <a:rPr lang="en-US" dirty="0"/>
              <a:t>My Function</a:t>
            </a:r>
            <a:endParaRPr b="1" dirty="0"/>
          </a:p>
        </p:txBody>
      </p:sp>
      <p:sp>
        <p:nvSpPr>
          <p:cNvPr id="103" name="Google Shape;103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/>
              <a:t>Login</a:t>
            </a:r>
          </a:p>
          <a:p>
            <a:r>
              <a:rPr lang="en-US" dirty="0"/>
              <a:t>Creating a new account</a:t>
            </a:r>
          </a:p>
          <a:p>
            <a:r>
              <a:rPr lang="en-US" dirty="0"/>
              <a:t>Deleting current account</a:t>
            </a:r>
          </a:p>
          <a:p>
            <a:r>
              <a:rPr lang="en-US" dirty="0"/>
              <a:t>Dashboard</a:t>
            </a:r>
          </a:p>
          <a:p>
            <a:r>
              <a:rPr lang="en-US" dirty="0"/>
              <a:t>Change UI theme</a:t>
            </a:r>
          </a:p>
          <a:p>
            <a:r>
              <a:rPr lang="en-US" dirty="0"/>
              <a:t>Play Games</a:t>
            </a:r>
          </a:p>
          <a:p>
            <a:r>
              <a:rPr lang="en-US" dirty="0"/>
              <a:t>Leaderboard</a:t>
            </a:r>
          </a:p>
          <a:p>
            <a:r>
              <a:rPr lang="en-US" dirty="0"/>
              <a:t>Profile change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922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0" y="794100"/>
            <a:ext cx="12192000" cy="60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50800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</a:pPr>
            <a:endParaRPr sz="2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0" y="0"/>
            <a:ext cx="116454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</a:pPr>
            <a:r>
              <a:rPr lang="en-HK" sz="440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Design and Implementation:</a:t>
            </a:r>
            <a:endParaRPr sz="28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HK"/>
              <a:t>System Chart (Relationship of Modules)</a:t>
            </a:r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HK"/>
              <a:t>Important Variables and Data Structure </a:t>
            </a:r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HK"/>
              <a:t>Important Functions (Main Program)  </a:t>
            </a:r>
            <a:br>
              <a:rPr lang="en-HK"/>
            </a:br>
            <a:r>
              <a:rPr lang="en-HK"/>
              <a:t>(Description and Flowchart / Program Codes)</a:t>
            </a:r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HK"/>
              <a:t>Important Functions (Loading User Data)  </a:t>
            </a:r>
            <a:br>
              <a:rPr lang="en-HK"/>
            </a:br>
            <a:r>
              <a:rPr lang="en-HK"/>
              <a:t>(Description and Flowchart / Program Codes)</a:t>
            </a:r>
            <a:endParaRPr/>
          </a:p>
        </p:txBody>
      </p:sp>
      <p:sp>
        <p:nvSpPr>
          <p:cNvPr id="127" name="Google Shape;127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HK"/>
              <a:t>Screen Capture of Sample Program Outcomes</a:t>
            </a:r>
            <a:endParaRPr/>
          </a:p>
        </p:txBody>
      </p:sp>
      <p:sp>
        <p:nvSpPr>
          <p:cNvPr id="133" name="Google Shape;133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182</Words>
  <Application>Microsoft Office PowerPoint</Application>
  <PresentationFormat>Widescreen</PresentationFormat>
  <Paragraphs>38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Play</vt:lpstr>
      <vt:lpstr>Office Theme</vt:lpstr>
      <vt:lpstr>My SBA Report</vt:lpstr>
      <vt:lpstr>Objectives</vt:lpstr>
      <vt:lpstr>My Goal</vt:lpstr>
      <vt:lpstr>My Function</vt:lpstr>
      <vt:lpstr>PowerPoint Presentation</vt:lpstr>
      <vt:lpstr>System Chart (Relationship of Modules)</vt:lpstr>
      <vt:lpstr>Important Variables and Data Structure </vt:lpstr>
      <vt:lpstr>Important Functions (Main Program)   (Description and Flowchart / Program Codes)</vt:lpstr>
      <vt:lpstr>Important Functions (Loading User Data)   (Description and Flowchart / Program Codes)</vt:lpstr>
      <vt:lpstr>Screen Capture of Sample Program Outcomes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User</cp:lastModifiedBy>
  <cp:revision>2</cp:revision>
  <dcterms:modified xsi:type="dcterms:W3CDTF">2026-10-06T08:25:49Z</dcterms:modified>
</cp:coreProperties>
</file>